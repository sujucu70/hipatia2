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559965-A8AF-5E51-EDAC-C970CFB79158}" v="63" dt="2026-05-19T08:57:56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2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33615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3400" b="1"/>
            </a:pPr>
            <a:r>
              <a:rPr sz="2400" dirty="0"/>
              <a:t>TELEFÓNICA / PROFUTURO | </a:t>
            </a:r>
            <a:r>
              <a:rPr sz="2400" dirty="0" err="1"/>
              <a:t>Soporte</a:t>
            </a:r>
            <a:r>
              <a:rPr sz="2400" dirty="0"/>
              <a:t> N3 + Desarrollo Moodle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234" y="8001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3 LOTES</a:t>
            </a:r>
          </a:p>
          <a:p>
            <a:pPr algn="ctr">
              <a:defRPr sz="1600"/>
            </a:pPr>
            <a:r>
              <a:t>N3 + DEV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3314" y="8001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1.7K JORNADAS</a:t>
            </a:r>
          </a:p>
          <a:p>
            <a:pPr algn="ctr">
              <a:defRPr sz="1600"/>
            </a:pPr>
            <a:r>
              <a:t>440 + 440 + 880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9394" y="8001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GLOBAL</a:t>
            </a:r>
          </a:p>
          <a:p>
            <a:pPr algn="ctr">
              <a:defRPr sz="1600"/>
            </a:pPr>
            <a:r>
              <a:t>MULTIPAÍS +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233" y="1801291"/>
            <a:ext cx="2875323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CONTEXTO: </a:t>
            </a:r>
            <a:endParaRPr lang="en-US" dirty="0" err="1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s-ES" dirty="0"/>
              <a:t>Iniciativa estratégica de Telefónica Educación Digital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Servicio </a:t>
            </a:r>
            <a:r>
              <a:rPr dirty="0" err="1"/>
              <a:t>crítico</a:t>
            </a:r>
            <a:r>
              <a:rPr dirty="0"/>
              <a:t> edtech </a:t>
            </a:r>
            <a:r>
              <a:rPr dirty="0" err="1"/>
              <a:t>en</a:t>
            </a:r>
            <a:r>
              <a:rPr lang="en-US" dirty="0"/>
              <a:t>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países</a:t>
            </a:r>
            <a:endParaRPr dirty="0">
              <a:ea typeface="Calibri"/>
              <a:cs typeface="Calibri"/>
            </a:endParaRP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dirty="0"/>
              <a:t>RETO: 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Soporte</a:t>
            </a:r>
            <a:r>
              <a:rPr dirty="0"/>
              <a:t> N3 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complejidad</a:t>
            </a:r>
            <a:r>
              <a:rPr dirty="0"/>
              <a:t> </a:t>
            </a:r>
            <a:r>
              <a:rPr dirty="0" err="1"/>
              <a:t>técnica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s-ES" dirty="0">
                <a:ea typeface="Calibri"/>
                <a:cs typeface="Calibri"/>
              </a:rPr>
              <a:t>Operación </a:t>
            </a:r>
            <a:r>
              <a:rPr lang="es-ES" dirty="0" err="1">
                <a:ea typeface="Calibri"/>
                <a:cs typeface="Calibri"/>
              </a:rPr>
              <a:t>multipaís</a:t>
            </a:r>
            <a:endParaRPr lang="es-ES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s-ES" dirty="0">
                <a:ea typeface="Calibri"/>
                <a:cs typeface="Calibri"/>
              </a:rPr>
              <a:t>SLA exigentes y control de calidad continuo</a:t>
            </a:r>
            <a:endParaRPr dirty="0"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9673" y="5936022"/>
            <a:ext cx="74112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rPr dirty="0"/>
              <a:t>CLAVE: </a:t>
            </a:r>
            <a:r>
              <a:rPr lang="es-ES" dirty="0"/>
              <a:t>Transformamos un servicio N3 complejo y distribuido en una plataforma global industrializada, escalable y orientada a calidad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160A9E-D00E-B8FE-CC60-F09599537B48}"/>
              </a:ext>
            </a:extLst>
          </p:cNvPr>
          <p:cNvSpPr txBox="1"/>
          <p:nvPr/>
        </p:nvSpPr>
        <p:spPr>
          <a:xfrm>
            <a:off x="6424047" y="1936900"/>
            <a:ext cx="2369304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/>
          </a:p>
          <a:p>
            <a:pPr>
              <a:defRPr sz="1800"/>
            </a:pPr>
            <a:r>
              <a:rPr dirty="0"/>
              <a:t>DIFERENCIAL: </a:t>
            </a:r>
            <a:r>
              <a:rPr dirty="0" err="1"/>
              <a:t>Experiencia</a:t>
            </a:r>
            <a:r>
              <a:rPr dirty="0"/>
              <a:t> TELCO + </a:t>
            </a:r>
            <a:r>
              <a:rPr dirty="0" err="1"/>
              <a:t>presencia</a:t>
            </a:r>
            <a:r>
              <a:rPr dirty="0"/>
              <a:t> </a:t>
            </a:r>
            <a:r>
              <a:rPr dirty="0" err="1"/>
              <a:t>internacional</a:t>
            </a:r>
            <a:r>
              <a:rPr dirty="0"/>
              <a:t> + </a:t>
            </a:r>
            <a:r>
              <a:rPr dirty="0" err="1"/>
              <a:t>formación</a:t>
            </a:r>
            <a:endParaRPr dirty="0" err="1">
              <a:ea typeface="Calibri"/>
              <a:cs typeface="Calibri"/>
            </a:endParaRP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t>RESULTADO:</a:t>
            </a:r>
            <a:endParaRPr lang="en-US" err="1"/>
          </a:p>
          <a:p>
            <a:pPr>
              <a:defRPr sz="1800"/>
            </a:pPr>
            <a:r>
              <a:rPr dirty="0"/>
              <a:t>Servicio </a:t>
            </a:r>
            <a:r>
              <a:rPr dirty="0" err="1"/>
              <a:t>escalable</a:t>
            </a:r>
            <a:r>
              <a:rPr dirty="0"/>
              <a:t>, </a:t>
            </a:r>
            <a:r>
              <a:rPr dirty="0" err="1"/>
              <a:t>resiliente</a:t>
            </a:r>
            <a:r>
              <a:rPr dirty="0"/>
              <a:t> y </a:t>
            </a:r>
            <a:r>
              <a:rPr dirty="0" err="1"/>
              <a:t>orientado</a:t>
            </a:r>
            <a:r>
              <a:rPr dirty="0"/>
              <a:t> a </a:t>
            </a:r>
            <a:r>
              <a:rPr dirty="0" err="1"/>
              <a:t>calidad</a:t>
            </a:r>
            <a:endParaRPr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D2188-A848-4041-C3B6-62AED34DEC3D}"/>
              </a:ext>
            </a:extLst>
          </p:cNvPr>
          <p:cNvSpPr txBox="1"/>
          <p:nvPr/>
        </p:nvSpPr>
        <p:spPr>
          <a:xfrm>
            <a:off x="3256579" y="1936899"/>
            <a:ext cx="2468359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SOLUCIÓN: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Modelo E</a:t>
            </a:r>
            <a:r>
              <a:rPr lang="es-ES" dirty="0" err="1"/>
              <a:t>ntelgy</a:t>
            </a:r>
            <a:r>
              <a:rPr dirty="0"/>
              <a:t> (ITIL/</a:t>
            </a:r>
            <a:r>
              <a:rPr dirty="0" err="1"/>
              <a:t>eTOM</a:t>
            </a:r>
            <a:r>
              <a:rPr dirty="0"/>
              <a:t>) 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s-ES" dirty="0"/>
              <a:t>E</a:t>
            </a:r>
            <a:r>
              <a:rPr dirty="0" err="1"/>
              <a:t>quipo</a:t>
            </a:r>
            <a:r>
              <a:rPr dirty="0"/>
              <a:t> </a:t>
            </a:r>
            <a:r>
              <a:rPr dirty="0" err="1"/>
              <a:t>especializado</a:t>
            </a:r>
            <a:r>
              <a:rPr dirty="0"/>
              <a:t> N3 y Dev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s-ES" dirty="0">
                <a:ea typeface="Calibri"/>
                <a:cs typeface="Calibri"/>
              </a:rPr>
              <a:t>Experiencia </a:t>
            </a:r>
            <a:r>
              <a:rPr lang="es-ES" dirty="0" err="1">
                <a:ea typeface="Calibri"/>
                <a:cs typeface="Calibri"/>
              </a:rPr>
              <a:t>telco</a:t>
            </a:r>
            <a:r>
              <a:rPr lang="es-ES" dirty="0">
                <a:ea typeface="Calibri"/>
                <a:cs typeface="Calibri"/>
              </a:rPr>
              <a:t> + LMS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endParaRPr lang="en-US" dirty="0"/>
          </a:p>
          <a:p>
            <a:pPr>
              <a:defRPr sz="1800"/>
            </a:pPr>
            <a:r>
              <a:rPr dirty="0"/>
              <a:t>OPERACIÓN: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Soporte 8x5, reporting, SLAs y </a:t>
            </a:r>
            <a:r>
              <a:rPr dirty="0" err="1"/>
              <a:t>mejora</a:t>
            </a:r>
            <a:r>
              <a:rPr dirty="0"/>
              <a:t> continua</a:t>
            </a:r>
            <a:endParaRPr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126</Words>
  <Application>Microsoft Office PowerPoint</Application>
  <PresentationFormat>Presentación en pantalla (4:3)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Amador Sobrino Castillo</dc:creator>
  <cp:keywords/>
  <dc:description>generated using python-pptx</dc:description>
  <cp:lastModifiedBy>Amador Sobrino Castillo</cp:lastModifiedBy>
  <cp:revision>22</cp:revision>
  <dcterms:created xsi:type="dcterms:W3CDTF">2026-05-19T08:53:36Z</dcterms:created>
  <dcterms:modified xsi:type="dcterms:W3CDTF">2026-05-19T09:15:39Z</dcterms:modified>
  <cp:category/>
</cp:coreProperties>
</file>